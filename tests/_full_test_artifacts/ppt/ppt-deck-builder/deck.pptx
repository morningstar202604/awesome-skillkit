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季度技术复盘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全量测试 · 真实交付物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进展 / 风险 / 计划 / 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154 skill 全量测试</a:t>
            </a:r>
          </a:p>
          <a:p>
            <a:r>
              <a:t>18 域真实交付物产出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无 GPU→图/视频用替代方案</a:t>
            </a:r>
          </a:p>
          <a:p>
            <a:r>
              <a:t>依赖缺→降级记录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接真扩散模型 / 交互式 dataviz / 向量记忆检索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