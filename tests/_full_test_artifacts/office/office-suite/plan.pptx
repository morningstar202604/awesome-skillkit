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一代全量测试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18 域 · 真实交付物 · 全量过程记录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脚本真跑 + LLM 判分 + 交付物保留不删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video/mp4 · image/png · 可运行程序 · 成文文章 · 设计方案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