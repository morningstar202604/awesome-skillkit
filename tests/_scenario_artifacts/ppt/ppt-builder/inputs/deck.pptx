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季度技术分享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流量翻倍</a:t>
            </a:r>
          </a:p>
          <a:p>
            <a:r>
              <a:t>故障率持平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缓存前置</a:t>
            </a:r>
          </a:p>
          <a:p>
            <a:r>
              <a:t>读写分离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