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讲稿口语版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...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&lt;=18字/条, 最多5条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